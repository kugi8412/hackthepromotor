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a6d370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8a6d370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8a6d3706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8a6d370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a6d3706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a6d3706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a6d37067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a6d37067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8a6d3706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8a6d3706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a6d3706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a6d3706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doi.org/10.1016/j.cub.2022.01.04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Hack the promoter 2026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Grupa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Klasyczne podejście w produkcji rekombinowanych białek - promotory wirusowe 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490575"/>
            <a:ext cx="8520600" cy="30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T7 phage w ekspresji w E.coli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CMV w ekspresji eukariotycznej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Problem w królestwie grzybów - większość wirusów ma genom zapisany w RNA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Wyjątek - </a:t>
            </a:r>
            <a:r>
              <a:rPr i="1" lang="pl"/>
              <a:t>Genomoviridae</a:t>
            </a:r>
            <a:endParaRPr i="1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663" y="1374925"/>
            <a:ext cx="6496676" cy="376857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 rot="-621162">
            <a:off x="7893661" y="2706861"/>
            <a:ext cx="1060058" cy="262559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6144000" y="9294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 u="sng">
                <a:solidFill>
                  <a:schemeClr val="hlink"/>
                </a:solidFill>
                <a:hlinkClick r:id="rId4"/>
              </a:rPr>
              <a:t>https://doi.org/10.1016/j.cub.2022.01.049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l"/>
              <a:t>Genomoviridae</a:t>
            </a:r>
            <a:r>
              <a:rPr lang="pl"/>
              <a:t> mają słabo opisane genomy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Znalazłyśmy cztery gatunki z dostępnymi sekwencjami genomów, gdzie putatywne geny były oznaczone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SsHADV-1 (Sclerotinia gemycircularvirus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FgGMTV1 (Fusarium graminearum gemytripvirus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BcssDV1 (Botrytis cinerea ssDNA virus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DsCDV1 (Diaporthe sojae circular DNA virus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Interesuje nas sekwencja promotora*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025" y="1930938"/>
            <a:ext cx="31623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2255925" y="4568725"/>
            <a:ext cx="3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222222"/>
                </a:solidFill>
                <a:highlight>
                  <a:srgbClr val="FFFFFF"/>
                </a:highlight>
              </a:rPr>
              <a:t>https://doi.org/10.1007/s00705-016-2943-3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Sequence alignment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Większość wirusowych promotorów jest krótka - sekwencje które wyizolowałyśmy mają zmienną długość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Sequence alignment do sekwencji dziki, zamiana dopasowanych nukleotydów na te z wirusów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Scoring przeciwko dzikiemu przy użyciu sędzi - dwie sekwencje przechodzą dalej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Dalsza symulacja ewolucji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50"/>
              <a:t>W celu ulepszenia dopasowania do naszego organizmu, używamy nawigatora na nowo krzyżowanych sekwencjach. 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2550"/>
              <a:t>Z wyłonionych dwóch najlepszych sekwencji </a:t>
            </a:r>
            <a:r>
              <a:rPr b="1" lang="pl" sz="2550"/>
              <a:t>program składa nową chimerę </a:t>
            </a:r>
            <a:r>
              <a:rPr lang="pl" sz="2550"/>
              <a:t>- </a:t>
            </a:r>
            <a:r>
              <a:rPr b="1" lang="pl" sz="2550"/>
              <a:t>potomka</a:t>
            </a:r>
            <a:r>
              <a:rPr lang="pl" sz="2550"/>
              <a:t>, który dziedziczy cechy obu rodziców i staje się startowym „liderem”.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2550"/>
              <a:t>Lider wysyłany jest do modelu Nawigatora, każdy nowo wygenerowany wariant staje do bezpośredniego pojedynku z aktualnym liderem przy użyciu Sędziego.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2550"/>
              <a:t>Gdy kandydat wygrywa z liderem, przejmuje jego pozycję kolejni kandydaci w pętli muszą zmierzyć się już z tym nowym, jeszcze silniejszym wariantem.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Dalsze kroki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Dogłębniejsza eksploracja genomów DNA mykowirusów (nowo odkryta grypa </a:t>
            </a:r>
            <a:r>
              <a:rPr i="1" lang="pl"/>
              <a:t>Mycodnaviridae</a:t>
            </a:r>
            <a:r>
              <a:rPr lang="pl"/>
              <a:t> posiada genom zapisany w dsDNA - jeszcze gorzej opisane, a zatem poza zakresem czasowym hackathonu)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* </a:t>
            </a:r>
            <a:r>
              <a:rPr lang="pl"/>
              <a:t>”ewolucję” prowadziłyśmy jedynie na + nici DNA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reverse complement sekwencja została tylko porównana z dzikim i pojedyncze sekwencje wybrane do ostatecznego FASTA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więcej powtórzeń “ewolucji” na zróżnicowanej ziarnistości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