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Lato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8a6cc94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8a6cc94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a6cc94e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8a6cc94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a6cc94e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a6cc94e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a6cc94e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a6cc94e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a6cc92ca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a6cc92ca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a6cc94e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8a6cc94e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PROmocja PRO Promotorów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BROmoters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Badania wstępne - judge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7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 pierwszym bloku sprawdziliśmy jak działa judge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75" y="1721200"/>
            <a:ext cx="7312676" cy="315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Nasza Pętla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schemat_pipeline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50" y="142687"/>
            <a:ext cx="4854202" cy="46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01" y="2478100"/>
            <a:ext cx="3932400" cy="16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Pomysły które nie pomogły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l"/>
              <a:t>Wild type ingestion </a:t>
            </a:r>
            <a:r>
              <a:rPr lang="pl"/>
              <a:t>- co </a:t>
            </a:r>
            <a:r>
              <a:rPr lang="pl"/>
              <a:t>parę</a:t>
            </a:r>
            <a:r>
              <a:rPr lang="pl"/>
              <a:t> pokoleń wprowadzać z powrotem typ dziki do populacji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Agregacja</a:t>
            </a:r>
            <a:r>
              <a:rPr lang="pl"/>
              <a:t> podobnych wyników - zwiększenie różnorodności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Włączenie outputu z submisji do pętly optymalizacyjnej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l"/>
              <a:t>Filtry biologiczne</a:t>
            </a:r>
            <a:r>
              <a:rPr lang="pl"/>
              <a:t>, w tym zbyt podobne do siebie sekwencje powodują obniżenie różnorodności i zatrzymują Nas w minimum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0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l" sz="2100"/>
              <a:t>Powinniśmy byli bardziej </a:t>
            </a:r>
            <a:r>
              <a:rPr lang="pl" sz="2100"/>
              <a:t>zoptymalizować</a:t>
            </a:r>
            <a:r>
              <a:rPr lang="pl" sz="2100"/>
              <a:t> parametry zanim myśleć o dodatkach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l" sz="2100"/>
              <a:t>Więcej iteracji - lepsza inferencja na zbiorze top 100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l" sz="2100"/>
              <a:t>Uwzględnienie biologicznych filtrów/próbowanie wtasowywania znanych motywów (np. TATA box)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l" sz="2100"/>
              <a:t>Zastosowanie modeli do rozpoznawania sekwencji obecnych w najlepszych promotorach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pl" sz="2100"/>
              <a:t>Więcej spania i spacer po obiedzie 🥀🥀🥀🥀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39325" y="248375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Rotacja kluczy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857" y="874475"/>
            <a:ext cx="6494342" cy="94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8"/>
          <p:cNvGrpSpPr/>
          <p:nvPr/>
        </p:nvGrpSpPr>
        <p:grpSpPr>
          <a:xfrm>
            <a:off x="-496350" y="711400"/>
            <a:ext cx="4949301" cy="4238100"/>
            <a:chOff x="2396425" y="452700"/>
            <a:chExt cx="4949301" cy="4238100"/>
          </a:xfrm>
        </p:grpSpPr>
        <p:pic>
          <p:nvPicPr>
            <p:cNvPr id="94" name="Google Shape;9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96425" y="452700"/>
              <a:ext cx="4949301" cy="4238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5" name="Google Shape;95;p18"/>
            <p:cNvCxnSpPr/>
            <p:nvPr/>
          </p:nvCxnSpPr>
          <p:spPr>
            <a:xfrm>
              <a:off x="5285300" y="1291700"/>
              <a:ext cx="942600" cy="114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" name="Google Shape;96;p18"/>
            <p:cNvCxnSpPr/>
            <p:nvPr/>
          </p:nvCxnSpPr>
          <p:spPr>
            <a:xfrm flipH="1">
              <a:off x="5339150" y="2961600"/>
              <a:ext cx="983100" cy="119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" name="Google Shape;97;p18"/>
            <p:cNvCxnSpPr/>
            <p:nvPr/>
          </p:nvCxnSpPr>
          <p:spPr>
            <a:xfrm rot="10800000">
              <a:off x="3144025" y="3055800"/>
              <a:ext cx="906600" cy="1104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" name="Google Shape;98;p18"/>
            <p:cNvCxnSpPr/>
            <p:nvPr/>
          </p:nvCxnSpPr>
          <p:spPr>
            <a:xfrm flipH="1" rot="10800000">
              <a:off x="3144025" y="1278100"/>
              <a:ext cx="875400" cy="121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99" name="Google Shape;9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3125" y="2004550"/>
              <a:ext cx="1476850" cy="1476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" name="Google Shape;10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4900" y="3055225"/>
            <a:ext cx="3872799" cy="8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5338700" y="2869275"/>
            <a:ext cx="2375400" cy="2022600"/>
          </a:xfrm>
          <a:prstGeom prst="hear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8000"/>
              <a:t>Dziękujemy za uwage</a:t>
            </a:r>
            <a:endParaRPr sz="8000"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-217475" y="3001775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3100"/>
              <a:t>OUR GOAT:</a:t>
            </a:r>
            <a:endParaRPr sz="310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4237" y="3280937"/>
            <a:ext cx="1224325" cy="12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